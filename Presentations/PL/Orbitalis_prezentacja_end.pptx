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ORBITALIS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B3FF"/>
                </a:solidFill>
              </a:rPr>
              <a:t>Symulator mechaniki orbitalnej  ·  Unreal Engine 5.7  ·  C++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6400800" cy="36576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Adrian Oryński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B4C8"/>
                </a:solidFill>
              </a:rPr>
              <a:t>Indywidualny Projekt Programistyczny  ·  Wydział Fizyki i Astronomii UWr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Cel projektu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657600" cy="36576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5029200"/>
          </a:xfrm>
          <a:prstGeom prst="rect">
            <a:avLst/>
          </a:prstGeom>
          <a:solidFill>
            <a:srgbClr val="131A2E"/>
          </a:solidFill>
          <a:ln w="12700">
            <a:solidFill>
              <a:srgbClr val="222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B3FF"/>
                </a:solidFill>
              </a:rPr>
              <a:t>Założenie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Unreal Engine 5.7 jako renderer —
cała fizyka napisana ręcznie w C++.
Bez gotowych komponentów fizycznych
silnika, bez Rigidbody.
Skupienie na dokładności symulacji,
nie na arcade gameplayu.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394960" cy="5029200"/>
          </a:xfrm>
          <a:prstGeom prst="rect">
            <a:avLst/>
          </a:prstGeom>
          <a:solidFill>
            <a:srgbClr val="131A2E"/>
          </a:solidFill>
          <a:ln w="12700">
            <a:solidFill>
              <a:srgbClr val="222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B3FF"/>
                </a:solidFill>
              </a:rPr>
              <a:t>Planowane misje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</a:rPr>
              <a:t>1.  Dokowanie ze stacją kosmiczną
     Dopasowanie prędkości orbitalnej,
     manewry RCS, precyzyjne
     wyrównanie z portem dokowania.
2.  Lunar Lander (3D)
     Miękkie lądowanie na Księżycu,
     gospodarka paliwem, kontrola
     prędkości pionowej i poziomej.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Architektura silnika fizycznego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029200" cy="36576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51760" cy="5029200"/>
          </a:xfrm>
          <a:prstGeom prst="rect">
            <a:avLst/>
          </a:prstGeom>
          <a:solidFill>
            <a:srgbClr val="131A2E"/>
          </a:solidFill>
          <a:ln w="12700">
            <a:solidFill>
              <a:srgbClr val="222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51760" cy="411480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0D1A"/>
                </a:solidFill>
              </a:rPr>
              <a:t>Physics/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Vector3  (double)
PhysicsState  (pozycja + prędkość)
PhysicsObject  (masa, siły)
Integrator  →  RK4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80160"/>
            <a:ext cx="2651760" cy="5029200"/>
          </a:xfrm>
          <a:prstGeom prst="rect">
            <a:avLst/>
          </a:prstGeom>
          <a:solidFill>
            <a:srgbClr val="131A2E"/>
          </a:solidFill>
          <a:ln w="12700">
            <a:solidFill>
              <a:srgbClr val="222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280160"/>
            <a:ext cx="2651760" cy="411480"/>
          </a:xfrm>
          <a:prstGeom prst="rect">
            <a:avLst/>
          </a:prstGeom>
          <a:solidFill>
            <a:srgbClr val="FFA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984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0D1A"/>
                </a:solidFill>
              </a:rPr>
              <a:t>Gravity/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78308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GravityController
F = G·M·m / r²
Aplikuje siłę co klatkę
do każdego zarejestrowanego obiektu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2651760" cy="5029200"/>
          </a:xfrm>
          <a:prstGeom prst="rect">
            <a:avLst/>
          </a:prstGeom>
          <a:solidFill>
            <a:srgbClr val="131A2E"/>
          </a:solidFill>
          <a:ln w="12700">
            <a:solidFill>
              <a:srgbClr val="222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280160"/>
            <a:ext cx="2651760" cy="41148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984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0D1A"/>
                </a:solidFill>
              </a:rPr>
              <a:t>Spacecraft/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178308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SpacecraftPawn
17 silników (1 główny + 4×4 RCS)
System paliwa + delta-V
3 tryby kamery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1280160"/>
            <a:ext cx="2651760" cy="5029200"/>
          </a:xfrm>
          <a:prstGeom prst="rect">
            <a:avLst/>
          </a:prstGeom>
          <a:solidFill>
            <a:srgbClr val="131A2E"/>
          </a:solidFill>
          <a:ln w="12700">
            <a:solidFill>
              <a:srgbClr val="222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20" y="1280160"/>
            <a:ext cx="2651760" cy="411480"/>
          </a:xfrm>
          <a:prstGeom prst="rect">
            <a:avLst/>
          </a:prstGeom>
          <a:solidFill>
            <a:srgbClr val="C07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29844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0D1A"/>
                </a:solidFill>
              </a:rPr>
              <a:t>Mission/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178308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SpaceStation  (dwa obszary kolizji)
MissionManager  (InProgress / Success / Failed)
SpacecraftHUD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AB4C8"/>
                </a:solidFill>
              </a:rPr>
              <a:t>Integracja numeryczna metodą Runge-Kutta 4. rzędu — stabilne orbity przy dużych dt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 zrobiono — tygodnie 1–6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4114800" cy="36576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280160" cy="100584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D1A"/>
                </a:solidFill>
              </a:rPr>
              <a:t>Tydz.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80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DD68C"/>
                </a:solidFill>
              </a:rPr>
              <a:t>✓  Silnik fizyczny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4C8"/>
                </a:solidFill>
              </a:rPr>
              <a:t>Własny Vector3 na double, PhysicsState,
PhysicsObject, integrator RK4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1247120" cy="27432"/>
          </a:xfrm>
          <a:prstGeom prst="rect">
            <a:avLst/>
          </a:prstGeom>
          <a:solidFill>
            <a:srgbClr val="22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1280160" cy="100584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D1A"/>
                </a:solidFill>
              </a:rPr>
              <a:t>Tydz.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560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DD68C"/>
                </a:solidFill>
              </a:rPr>
              <a:t>✓  Mechanika orbitalna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9992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4C8"/>
                </a:solidFill>
              </a:rPr>
              <a:t>Grawitacja Newtona, GravityController,
stabilne orbity ciał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11247120" cy="27432"/>
          </a:xfrm>
          <a:prstGeom prst="rect">
            <a:avLst/>
          </a:prstGeom>
          <a:solidFill>
            <a:srgbClr val="22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1280160" cy="100584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D1A"/>
                </a:solidFill>
              </a:rPr>
              <a:t>Tydz. 4–5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DD68C"/>
                </a:solidFill>
              </a:rPr>
              <a:t>✓  Sterowanie statkiem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2793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4C8"/>
                </a:solidFill>
              </a:rPr>
              <a:t>17 silników, system paliwa z realnym spalaniem,
3 tryby kamery (Chase / Overview / Docking)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11247120" cy="27432"/>
          </a:xfrm>
          <a:prstGeom prst="rect">
            <a:avLst/>
          </a:prstGeom>
          <a:solidFill>
            <a:srgbClr val="22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120640"/>
            <a:ext cx="1280160" cy="100584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492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D1A"/>
                </a:solidFill>
              </a:rPr>
              <a:t>Tydz.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120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DD68C"/>
                </a:solidFill>
              </a:rPr>
              <a:t>✓  Misja dokowania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55955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4C8"/>
                </a:solidFill>
              </a:rPr>
              <a:t>Stacja na własnej fizyce orbitalnej,
detekcja kolizji, warunki sukcesu i porażki, HUD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 się nie udało — tygodnie 7–10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4572000" cy="36576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280160" cy="10058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D1A"/>
                </a:solidFill>
              </a:rPr>
              <a:t>Tydz. 7–8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5C5C"/>
                </a:solidFill>
              </a:rPr>
              <a:t>✗  Lunar Lander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6479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4C8"/>
                </a:solidFill>
              </a:rPr>
              <a:t>Grawitacja księżycowa, model ciągu,
lądowanie — misja nie powstała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11247120" cy="27432"/>
          </a:xfrm>
          <a:prstGeom prst="rect">
            <a:avLst/>
          </a:prstGeom>
          <a:solidFill>
            <a:srgbClr val="22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280160" cy="1005840"/>
          </a:xfrm>
          <a:prstGeom prst="rect">
            <a:avLst/>
          </a:prstGeom>
          <a:solidFill>
            <a:srgbClr val="FFD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D1A"/>
                </a:solidFill>
              </a:rPr>
              <a:t>Tydz.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D15C"/>
                </a:solidFill>
              </a:rPr>
              <a:t>⚠  Pełne UI / efekty wizualne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18211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4C8"/>
                </a:solidFill>
              </a:rPr>
              <a:t>Podstawowy HUD działa, brak dopracowania
wizualnego i zaawansowanych efektów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49040"/>
            <a:ext cx="11247120" cy="27432"/>
          </a:xfrm>
          <a:prstGeom prst="rect">
            <a:avLst/>
          </a:prstGeom>
          <a:solidFill>
            <a:srgbClr val="222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1280160" cy="10058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0D1A"/>
                </a:solidFill>
              </a:rPr>
              <a:t>Tydz.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5C5C"/>
                </a:solidFill>
              </a:rPr>
              <a:t>✗  Finalizacja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599432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4C8"/>
                </a:solidFill>
              </a:rPr>
              <a:t>Balansowanie parametrów fizycznych,
dokumentacja — nie ukończone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94960"/>
            <a:ext cx="11247120" cy="1188720"/>
          </a:xfrm>
          <a:prstGeom prst="rect">
            <a:avLst/>
          </a:prstGeom>
          <a:solidFill>
            <a:srgbClr val="131A2E"/>
          </a:solidFill>
          <a:ln w="12700">
            <a:solidFill>
              <a:srgbClr val="222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4406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5C"/>
                </a:solidFill>
              </a:rPr>
              <a:t>Dlaczego?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33872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B4C8"/>
                </a:solidFill>
              </a:rPr>
              <a:t>Więcej czasu niż zakładano pochłonęło debugowanie fizyki orbitalnej i systemu 17 silników,
szczególnie obliczanie momentu sił (torque) przy rotacji statku oraz konwersja jednostek UE (cm) ↔ fizyka (m).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MVP &amp; Podsumowanie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3657600" cy="36576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solidFill>
            <a:srgbClr val="131A2E"/>
          </a:solidFill>
          <a:ln w="12700">
            <a:solidFill>
              <a:srgbClr val="222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DD68C"/>
                </a:solidFill>
              </a:rPr>
              <a:t>MVP — spełniony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DD68C"/>
                </a:solidFill>
              </a:rPr>
              <a:t>✓  Własny silnik fizyczny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DD68C"/>
                </a:solidFill>
              </a:rPr>
              <a:t>✓  Sterowanie statkiem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DD68C"/>
                </a:solidFill>
              </a:rPr>
              <a:t>✓  Symulacja orbitalna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776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DD68C"/>
                </a:solidFill>
              </a:rPr>
              <a:t>✓  Misja dokowania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634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5C5C"/>
                </a:solidFill>
              </a:rPr>
              <a:t>✗  Lunar Lander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5C5C"/>
                </a:solidFill>
              </a:rPr>
              <a:t>✗  Zaawansowane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131A2E"/>
          </a:solidFill>
          <a:ln w="12700">
            <a:solidFill>
              <a:srgbClr val="222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898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AB3FF"/>
                </a:solidFill>
              </a:rPr>
              <a:t>Wnioski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Separacja fizyki od silnika
sprawdziła się — pełna kontrola
nad modelem symulacji.
Gdybym zaczynał od nowa:
prostszy model sterowania
najpierw, realizm później.
Czas na debugging fizyki
był mocno niedoszacowany.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4AB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67512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B4C8"/>
                </a:solidFill>
              </a:rPr>
              <a:t>github.com/AdrianOrynski/Orbitalis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